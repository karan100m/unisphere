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74320" cy="68580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0"/>
            <a:ext cx="109728" cy="685800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  <a:latin typeface="JetBrains Mono"/>
              </a:rPr>
              <a:t>BUILD WALKTHROUGH  /  ENGINEERING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000" b="1">
                <a:solidFill>
                  <a:srgbClr val="F5F3FF"/>
                </a:solidFill>
                <a:latin typeface="Outfit"/>
              </a:rPr>
              <a:t>Building Unisphere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>
                <a:solidFill>
                  <a:srgbClr val="A89EB8"/>
                </a:solidFill>
                <a:latin typeface="Plus Jakarta Sans"/>
              </a:rPr>
              <a:t>A student social + professional + video networking platform,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>
                <a:solidFill>
                  <a:srgbClr val="A89EB8"/>
                </a:solidFill>
                <a:latin typeface="Plus Jakarta Sans"/>
              </a:rPr>
              <a:t>built end-to-end. Every step, in order, with the reasoning.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343400"/>
            <a:ext cx="3108960" cy="45720"/>
          </a:xfrm>
          <a:prstGeom prst="roundRect">
            <a:avLst>
              <a:gd name="adj" fmla="val 6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720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5F3FF"/>
                </a:solidFill>
                <a:latin typeface="JetBrains Mono"/>
              </a:rPr>
              <a:t>FastAPI  ·  MongoDB (Motor)  ·  React 19 + TypeScript  ·  Tailwind v4  ·  shadcn/ui  ·  TanStack Query  ·  WebRTC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BBF24"/>
                </a:solidFill>
                <a:latin typeface="JetBrains Mono"/>
              </a:rPr>
              <a:t>17 API routers  ·  18 pages  ·  22 collections  ·  ~10,400 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How to read this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10 phases, in the exact order the work happened — requirements first, code last.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Each phase: what I decided, why I decided it, and the code that resulted.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Right-hand panels show real snippets from this repository, not pseudocode.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The one habit that matters most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Contracts before code. Decide the data shape, then the endpoint, then the UI.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Every step below is downstream of a contract decision made earlier.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Legend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53128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Pink heading = a decision point.  Green mono panel = real code.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Amber footer line = the trap that would have cost hours if missed.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88920"/>
            <a:ext cx="201168" cy="146304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JetBrains Mono"/>
              </a:rPr>
              <a:t>PHASE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600" b="1">
                <a:solidFill>
                  <a:srgbClr val="F5F3FF"/>
                </a:solidFill>
                <a:latin typeface="Outfit"/>
              </a:rPr>
              <a:t>Requirements &amp; scope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A89EB8"/>
                </a:solidFill>
                <a:latin typeface="Plus Jakarta Sans"/>
              </a:rPr>
              <a:t>Turning a 28-section brief into a buildable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00 ·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1 — Read the brief as a dependency graph, not a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What the brief asked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18 feature areas: auth, profiles, feed, stories, discovery, random matching,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video calls, chat, projects, meetings, communities, notifications,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connections, reputation, safety, admin, search, responsive shell.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How I re-ordered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10744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Nothing works without identity → Auth first.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Nothing displays without data → schema + seed second.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Feed / discovery / chat depend on profiles → third.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Video, reputation, admin sit on top of everything → last.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3659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Scope rule I held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One complete vertical slice per feature (API + types + page + empty state)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beats three half-built features. Depth came after breadth was walkable.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BBF24"/>
                </a:solidFill>
                <a:latin typeface="Plus Jakarta Sans"/>
              </a:rPr>
              <a:t>Lesson: a feature list is unordered. Your build order is the real design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00 ·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2 — Clarify before writing a single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Questions I asked the user up front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Brand direction &amp; theme → answer: 'Unisphere — Vibrant Violet &amp; Sunset Amber'.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WebRTC: real peer-to-peer, or simulated? → real, with a demo fallback.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Seed data: empty app or rich demo? → rich, so every page shows real content.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AI features: in or out of MVP? → in, via the managed Emergent LLM key.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28416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Why this pays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66744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 theme answered on turn 1 costs nothing. Answered on turn 40 it is a rebrand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across ~60 files (which is exactly what happened later — see Phase 09).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Ambiguity is the most expensive thing in a codebase.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09344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1810512"/>
            <a:ext cx="45720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A89EB8"/>
                </a:solidFill>
                <a:latin typeface="JetBrains Mono"/>
              </a:rPr>
              <a:t># The four answers became hard constraints: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THEME   = 'violet #8B5CF6 + amber #FBBF24'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WEBRTC  = 'real RTCPeerConnection'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SEED    = 'rich: 6 users, 22 collections'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AI      = 'emergentintegrations, universal key'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88920"/>
            <a:ext cx="201168" cy="146304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JetBrains Mono"/>
              </a:rPr>
              <a:t>PHASE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600" b="1">
                <a:solidFill>
                  <a:srgbClr val="F5F3FF"/>
                </a:solidFill>
                <a:latin typeface="Outfit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A89EB8"/>
                </a:solidFill>
                <a:latin typeface="Plus Jakarta Sans"/>
              </a:rPr>
              <a:t>Choosing the boundaries before choosing the libraries.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01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3 — Fix the three hard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Boundary 1 — every route lives under /api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Frontend and backend share one origin in production; /api is the only seam.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In dev, Vite proxies /api → :8001, so the frontend code never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Boundary 2 — one typed fetch layer, no scattered fetch()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All network access goes through src/lib/api.ts. Auth header, error shape,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and 204 handling are solved once instead of 200 times.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0390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Boundary 3 — Pydantic model ↔ TypeScript interface, hand-synced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4223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No codegen. So the rule: when a Pydantic model changes, its TS interface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changes in the same edit. Never 'later'.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9344"/>
            <a:ext cx="5029200" cy="3749040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810512"/>
            <a:ext cx="457200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app = FastAPI(title='Unisphere API')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api_router = APIRouter(prefix='/api')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api_router.include_router(auth_router)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api_router.include_router(users_router)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...  # 17 routers total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A89EB8"/>
                </a:solidFill>
                <a:latin typeface="JetBrains Mono"/>
              </a:rPr>
              <a:t># LAST statement in server.py — anything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A89EB8"/>
                </a:solidFill>
                <a:latin typeface="JetBrains Mono"/>
              </a:rPr>
              <a:t># registered after this is never served.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app.include_router(api_router)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BBF24"/>
                </a:solidFill>
                <a:latin typeface="Plus Jakarta Sans"/>
              </a:rPr>
              <a:t>Trap: app.include_router(api_router) must be the final line. Register a route after it and it silently 404s.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01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4 — Lay out the folders so features don't collide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Backend — one router file per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74420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backend/lib/     → db.py (Motor client + indexes), auth.py (JWT), dates.py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backend/models/  → schemas.py, all Pydantic v2 request/response models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backend/routers/  → 17 files: auth, users, connections, posts, stories, meet,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calls, messages, projects, meetings, colleges, reputation, notifications,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safety, admin, search, ai — each exposing one APIRouter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backend/seed.py  → idempotent demo-data 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5020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Frontend — pages thin, lib shared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88536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src/pages/     → 18 route-level screens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src/components/ → AppShell, PostCard, StoryRibbon, Avatar, States, ui/*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src/lib/       → api.ts, types.ts, auth-context.tsx, useWebRTC.ts, helpers.ts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5838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Why one file per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96712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 3,000-line server.py is unmergeable and unreadable. 17 files of ~250 lines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means a bug in search never risks breaking messaging.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88920"/>
            <a:ext cx="201168" cy="146304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JetBrains Mono"/>
              </a:rPr>
              <a:t>PHASE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600" b="1">
                <a:solidFill>
                  <a:srgbClr val="F5F3FF"/>
                </a:solidFill>
                <a:latin typeface="Outfit"/>
              </a:rPr>
              <a:t>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A89EB8"/>
                </a:solidFill>
                <a:latin typeface="Plus Jakarta Sans"/>
              </a:rPr>
              <a:t>22 collections, designed relationally — then stored in Mongo.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02 ·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5 — Model entities separately, never one fat user 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Core 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users · connections · posts · post_likes · post_comments · post_bookmarks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stories · conversations · messages · projects · project_requests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availabilities · meetings · colleges · college_follows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reputation_reviews · notifications · reports · blocks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meet_sessions · call_sessions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39312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Two rules I applied to every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40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Join tables stay separate: post_likes is its own collection, not an array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inside the post. An array of 10k likes makes the post document unreadable.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String UUID primary keys, never Mongo's ObjectId — ObjectId is not JSON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serialisable and leaks into every response as a bug.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5838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Indexes at startup, not by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9671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lib/db.py declares indexes and a lifespan task applies them on boot,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so a fresh database is always correctly indexed.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9344"/>
            <a:ext cx="5029200" cy="3749040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810512"/>
            <a:ext cx="457200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@asynccontextmanager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async def lifespan(app: FastAPI):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app.state.index_task = asyncio.create_task(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    ensure_indexes())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yield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client.close()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A89EB8"/>
                </a:solidFill>
                <a:latin typeface="JetBrains Mono"/>
              </a:rPr>
              <a:t># ensure_indexes():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for collection, model in INDEX_PLAN: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await db[collection].create_indexes([model])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BBF24"/>
                </a:solidFill>
                <a:latin typeface="Plus Jakarta Sans"/>
              </a:rPr>
              <a:t>Trap: indexes created inline in a request handler run on every call. Create them once, at startup.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02 ·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6 — Write the seed script early, not at the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What seed.py creates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6 personas across 5 real colleges (LPU, Stanford, MIT, Oxford, UC Berkeley),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each with posts, stories, projects, availability, connections and reputation.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Why this is step 6 and not step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Every page I built afterwards had real content to render immediately.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Empty-state-only development hides layout bugs until the very end.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Reviewers and the testing agent can log in and see a live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Idempotency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53128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The script clears and re-inserts its own fixtures, so re-running it is safe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and never produces duplicate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9344"/>
            <a:ext cx="5029200" cy="2761488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810512"/>
            <a:ext cx="4572000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A89EB8"/>
                </a:solidFill>
                <a:latin typeface="JetBrains Mono"/>
              </a:rPr>
              <a:t># Working demo logins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karan@unisphere.edu  / Student@123456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maya@stanford.edu    / Student@123456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aarav@mit.edu        / Student@123456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elena@oxford.edu     / Student@123456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david@berkeley.edu   / Student@123456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admin@unisphere.edu  / Admin@123456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88920"/>
            <a:ext cx="201168" cy="146304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JetBrains Mono"/>
              </a:rPr>
              <a:t>PHASE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600" b="1">
                <a:solidFill>
                  <a:srgbClr val="F5F3FF"/>
                </a:solidFill>
                <a:latin typeface="Outfit"/>
              </a:rPr>
              <a:t>Authentication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A89EB8"/>
                </a:solidFill>
                <a:latin typeface="Plus Jakarta Sans"/>
              </a:rPr>
              <a:t>Identity, hashing, JWT, and ownership checks.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03 ·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7 — Password hashing and JWT issuance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bcrypt via passlib — never a raw hash, never a reversible cipher.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Stateless JWT (HS256), 30-day expiry, secret read from the environment.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verify_password wrapped in try/except so a malformed hash returns False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instead of throwing a 500 and leaking a stack trace.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28416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Token transport — accept both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66744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Authorization: Bearer &lt;token&gt; for the SPA,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session_token cookie as a fallback. One helper reads either.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09344"/>
            <a:ext cx="5029200" cy="3749040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1810512"/>
            <a:ext cx="457200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pwd_context = CryptContext(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schemes=['bcrypt'], deprecated='auto')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def create_access_token(data, expires_delta=None):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to_encode = data.copy()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expire = datetime.now(timezone.utc) + (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    expires_delta or timedelta(days=30))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to_encode.update({'exp': expire})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return jwt.encode(to_encode, JWT_SECRET,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                  algorithm='HS256')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BBF24"/>
                </a:solidFill>
                <a:latin typeface="Plus Jakarta Sans"/>
              </a:rPr>
              <a:t>Secrets come from os.environ / backend/.env. Nothing sensitive is ever hardcoded or shipped to the browser.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03 ·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8 — Two dependencies: required user vs optional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get_current_user —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Raises 401 when the token is missing, expired or the user no longer exists.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Used by every mutating endpoint.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get_current_user_optional — permissive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Returns None instead of raising, for endpoints that render differently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when signed out (public profile view, landing-page data).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0390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Authorization, separate from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42232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Knowing who you are is not permission. Every write re-checks ownership: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delete post → post.user_id == me. Edit project → project.owner_id == me.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Admin routes additionally require is_admin, checked server-side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Client-side never decides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50408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The UI hides the admin link, but the API is what enforces it. Hiding 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button is cosmetics; the check must live on the server.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609344"/>
            <a:ext cx="5029200" cy="3749040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1810512"/>
            <a:ext cx="457200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@router.delete('/{post_id}')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async def delete_post(post_id: str,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    me = Depends(get_current_user)):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post = await db.posts.find_one(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    {'id': post_id})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if not post: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    raise HTTPException(404, 'not found')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if post['user_id'] != me['id']: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    raise HTTPException(403, 'forbidden')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await db.posts.delete_one({'id': post_id})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03 ·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9 — Session persistence on the 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Pieces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session.ts   → reads/writes the token in localStorage under one key.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auth-context.tsx → React context exposing { user, login, logout, loading }.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api.ts       → attaches the token to every request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The loading state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On first paint the app does not yet know if you're signed in. Without 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loading flag, protected routes flash the login screen then redirect 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the classic auth flicker. The context gates rendering until resolved.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09344"/>
            <a:ext cx="5029200" cy="4078224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1810512"/>
            <a:ext cx="4572000" cy="4078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const token = localStorage.getItem(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'unisphere_auth_token');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const headers: Record&lt;string,string&gt; = {};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if (token)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headers['Authorization'] = `Bearer ${token}`;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const res = await fetch(`${BASE}${path}`, {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method, headers, credentials: 'include',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body: body == null ? undefined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                 : JSON.stringify(body),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});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88920"/>
            <a:ext cx="201168" cy="146304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JetBrains Mono"/>
              </a:rPr>
              <a:t>PHASE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600" b="1">
                <a:solidFill>
                  <a:srgbClr val="F5F3FF"/>
                </a:solidFill>
                <a:latin typeface="Outfit"/>
              </a:rPr>
              <a:t>The typed API seam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A89EB8"/>
                </a:solidFill>
                <a:latin typeface="Plus Jakarta Sans"/>
              </a:rPr>
              <a:t>One fetch layer, one error type, two files kept in sync.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04 · API SEAM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10 — Build the fetch layer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What request&lt;T&gt;() centralises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Base path (/api), auth header, JSON content-type only when there's a body,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cookie credentials, non-2xx → typed ApiError, 204 → undefined.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Why a custom ApiError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fetch does not throw on 404 or 500 — it resolves. Every call site would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otherwise need its own res.ok check, and one missed check is a silent bug.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ApiError carries .status and .body, so the UI can branch on 403 vs 422.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The five exports the whole app 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53128"/>
            <a:ext cx="5532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apiGet · apiPost · apiPut · apiPatch · apiDelete — nothing else.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9344"/>
            <a:ext cx="5029200" cy="3749040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810512"/>
            <a:ext cx="457200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if (!res.ok) {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const errBody = await res.json()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.catch(() =&gt; null);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throw new ApiError(res.status, errBody);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}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if (res.status === 204) return undefined as T;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return (await res.json()) as T;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export const apiGet = &lt;T&gt;(p: string) =&gt;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request&lt;T&gt;('GET', p);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BBF24"/>
                </a:solidFill>
                <a:latin typeface="Plus Jakarta Sans"/>
              </a:rPr>
              <a:t>Trap: FastAPI reports validation failures as 422 with {detail:[...]} — a different shape from your own errors. Handle it here, once.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04 · API SEAM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11 — Keep schemas.py and types.ts in lockstep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There is no type inference across HTTP. Python says one thing, TypeScript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believes another, and the compiler is happy while the app breaks at runtime.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The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Add a Pydantic model and its TS interface in the same edit — same field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names, same optionality. types.ts is 435 lines and mirrors schemas.py 1:1.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0390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The safety 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4223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yarn typecheck. Vite only transpiles — it never typechecks — so drift is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invisible in the browser until a field renders as undefined.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9344"/>
            <a:ext cx="5029200" cy="4407408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810512"/>
            <a:ext cx="4572000" cy="4407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A89EB8"/>
                </a:solidFill>
                <a:latin typeface="JetBrains Mono"/>
              </a:rPr>
              <a:t># backend/models/schemas.py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class PostOut(BaseModel):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id: str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content: str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likes_count: int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liked_by_me: bool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// frontend/src/lib/types.ts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export interface Post {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id: string; content: string;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likes_count: number; liked_by_me: boolean;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88920"/>
            <a:ext cx="201168" cy="146304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JetBrains Mono"/>
              </a:rPr>
              <a:t>PHASE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600" b="1">
                <a:solidFill>
                  <a:srgbClr val="F5F3FF"/>
                </a:solidFill>
                <a:latin typeface="Outfit"/>
              </a:rPr>
              <a:t>Design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A89EB8"/>
                </a:solidFill>
                <a:latin typeface="Plus Jakarta Sans"/>
              </a:rPr>
              <a:t>Making it look like a product, not a template.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05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12 — Commit to a palette with an opinion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Unisphere — Vibrant Violet &amp; Sunset Amber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Primary violet #8B5CF6 · accent amber #FBBF24 · pink midtone #F472B6.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Surfaces are deep aubergine (#0B0713 bg, #16101F cards), not neutral slate.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The non-obvious reason for aubergine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On grey-blue slate, amber reads as a warning colour — it looks like an error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state. On a warm dark purple it reads as sunset. Surface hue changes the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meaning of your accent; pick them together, never separately.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What was deliberately avoided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53128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Purple-on-white gradients, Inter/Roboto, perfectly centred equal-spacing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layouts, uniform card grids — the visual signature of generated apps.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9344"/>
            <a:ext cx="5029200" cy="2432304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810512"/>
            <a:ext cx="4572000" cy="2432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/* index.css design tokens */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--background: #0B0713;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--card:       #16101F;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--primary:    #8B5CF6;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--accent:     #FBBF24;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--mid:        #F472B6;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05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13 — Typography and signature effects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Three fonts, three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Outfit Variable → headings, display, wordmark (creator-platform feel).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Plus Jakarta Sans Variable → body and UI copy.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JetBrains Mono Variable → timers, meeting slot times, tech tags.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Loading them properly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Installed as @fontsource packages and imported in index.css. Tailwind v4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raises no error for a missing font — it silently falls back, quietly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discarding your entire typographic identity. Always verify visually.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25696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Five reusable effect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64024"/>
            <a:ext cx="10744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.sunset-text — violet→pink→amber gradient text for headlines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.electric-glow — violet core + amber rim shadow on primary actions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.avatar-story-aura — conic gradient ring on unseen stories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.aurora-blob — slow drifting background orbs for depth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.pulse-ring — used for 'matching…' and incoming-call ringing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BBF24"/>
                </a:solidFill>
                <a:latin typeface="Plus Jakarta Sans"/>
              </a:rPr>
              <a:t>Trap: custom keyframes must be authored explicitly in Tailwind v4 too — unregistered animations fail silently, exactly like fonts.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05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14 — One AppShell, two navigation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Desktop (≥ lg)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744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Left sidebar navigation + centre content column + contextual right panel.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Fixed bottom bar: Home | Discover | Create | Messages | Profile.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Not a shrunken sidebar — a different, thumb-reachable information layout.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9300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Why the shell is a single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31336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18 pages share it. Routing, nav highlight, notification bell, user menu and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responsive breakpoints are solved once; each page renders only its content.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902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A real bug this surfaced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28616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Toasts defaulted to top-right and overlapped the notification bell,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swallowing clicks. Fix: anchor sonner bottom-right. Overlay collisions are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invisible in code review and obvious in a screenshot — so take screenshots.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88920"/>
            <a:ext cx="201168" cy="146304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JetBrains Mono"/>
              </a:rPr>
              <a:t>PHASE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600" b="1">
                <a:solidFill>
                  <a:srgbClr val="F5F3FF"/>
                </a:solidFill>
                <a:latin typeface="Outfit"/>
              </a:rPr>
              <a:t>Core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A89EB8"/>
                </a:solidFill>
                <a:latin typeface="Plus Jakarta Sans"/>
              </a:rPr>
              <a:t>Vertical slices: API → types → query → UI.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06 ·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15 — The repeatable four-move pattern for every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Move 1 —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Add the route to its domain router, typed with Pydantic in and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Move 2 —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5532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Mirror the response model in types.ts, in the same edit.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82112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Move 3 — data 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useQuery to read, useMutation to write, then invalidate the affected key.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Never fetch in useEffect — you lose caching, dedupe and refetch for free.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9392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Move 4 —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Loading skeleton, error surface, and a purposeful empty state with a next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action ('Discover students who share your interests'), not a blank box.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609344"/>
            <a:ext cx="5029200" cy="4407408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1810512"/>
            <a:ext cx="4572000" cy="4407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const { data: posts, isLoading } = useQuery({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queryKey: ['posts', category],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queryFn: () =&gt; apiGet&lt;Post[]&gt;(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`/posts?category=${category}`),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});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const like = useMutation({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mutationFn: (id: string) =&gt;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apiPost(`/posts/${id}/like`),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onSuccess: () =&gt; qc.invalidateQueries(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{ queryKey: ['posts'] }),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});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BBF24"/>
                </a:solidFill>
                <a:latin typeface="Plus Jakarta Sans"/>
              </a:rPr>
              <a:t>Invalidate, don't hand-patch. The server stays the single source of truth for likes_count.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06 ·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16 — Feed, stories, connections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Feed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Create posts (text, image, project update, achievement, question, event).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Like / comment / share / bookmark / report; delete only your own posts.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Category filters and paginated queries — never 'load every post'.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Stories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24-hour expiry computed server-side from the stored expires_at, so a user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changing their device clock cannot resurrect an expired story.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Full-screen viewer with progress bars, reactions, replies, viewer tracking.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25696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64024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Three states — Connect / Pending / Connected — driven by one connections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document, so the button label is derived, never stored twice.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Accept, reject, remove; counts computed from the same collection.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9344"/>
            <a:ext cx="5029200" cy="3090672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810512"/>
            <a:ext cx="4572000" cy="3090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A89EB8"/>
                </a:solidFill>
                <a:latin typeface="JetBrains Mono"/>
              </a:rPr>
              <a:t># lib/dates.py — server anchors 'now'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def utc_now():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 return datetime.now(timezone.utc)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A89EB8"/>
                </a:solidFill>
                <a:latin typeface="JetBrains Mono"/>
              </a:rPr>
              <a:t># stories query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await db.stories.find({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'expires_at': {'$gt': utc_now()}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}).to_list(100)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BBF24"/>
                </a:solidFill>
                <a:latin typeface="Plus Jakarta Sans"/>
              </a:rPr>
              <a:t>Rule: never let the client compute 'today'. Timezones and clock drift turn client-side dates into unreproducible bugs.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06 ·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17 — Discovery, search, and a real MongoDB trap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Discovery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College, degree, branch, year, city, skills, interests — combined into one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Mongo query built conditionally, so unused filters add no clauses.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Global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5532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One endpoint returning four buckets: students, colleges, projects, posts.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93008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The bug that cost real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31336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Filtering skills with $in over $regex objects. Mongo does not evaluate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regexes nested inside $in the way you expect for partial matching, so the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query returned nothing while looking perfectly correct.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Fix: build an $or of individual $regex clauses instead of $in.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50408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 query that returns [] is not proof the data is missing. Test the query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against the shell before assuming the seed or the UI is at fault.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609344"/>
            <a:ext cx="5029200" cy="3419856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1810512"/>
            <a:ext cx="4572000" cy="3419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A89EB8"/>
                </a:solidFill>
                <a:latin typeface="JetBrains Mono"/>
              </a:rPr>
              <a:t># BROKEN — silently matches nothing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{'skills': {'$in': [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 {'$regex': q, '$options': 'i'}]}}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/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A89EB8"/>
                </a:solidFill>
                <a:latin typeface="JetBrains Mono"/>
              </a:rPr>
              <a:t># CORRECT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{'$or': [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{'skills': {'$regex': s, '$options': 'i'}}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for s in skills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]}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06 ·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18 — Chat and messaging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Data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conversations holds participants, last_message and per-user unread counts.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messages holds the history, indexed by conversation_id + created_at.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Why unread lives on the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The inbox list needs a badge without scanning every message in the thread.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Denormalising one counter turns an O(messages) read into O(1).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0390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42232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Split view: conversation list with search, unread badge, last message and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timestamp; thread pane with history, composer, online status, call button.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Typing indicators and polling keep the thread feeling live.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06 ·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19 — Projects and meeting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Title, description, category, tech stack, required roles, GitHub/demo links.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Join requests are their own collection (project_requests) with a status,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so an owner has a reviewable queue rather than an ambiguous member list.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Owner-only actions: accept/reject, add/remove members, edit, delete.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28416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Meetings — Calendly-style, in two collections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66744"/>
            <a:ext cx="5532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availabilities = the recurring weekly windows a student offers.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meetings = a concrete booking that consumes one slot.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Keeping them separate is what makes 'available' and 'booked' derivable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instead of contradictory.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Statuses: upcoming / completed / cancelled, with notifications on each.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609344"/>
            <a:ext cx="5029200" cy="2761488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1810512"/>
            <a:ext cx="4572000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availabilities: {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user_id, weekday, start, end, purposes[]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}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meetings: {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host_id, guest_id, slot_start, slot_end,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title, description, status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88920"/>
            <a:ext cx="201168" cy="146304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JetBrains Mono"/>
              </a:rPr>
              <a:t>PHASE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600" b="1">
                <a:solidFill>
                  <a:srgbClr val="F5F3FF"/>
                </a:solidFill>
                <a:latin typeface="Outfit"/>
              </a:rPr>
              <a:t>Real-time: WebRTC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A89EB8"/>
                </a:solidFill>
                <a:latin typeface="Plus Jakarta Sans"/>
              </a:rPr>
              <a:t>The hardest module, and the one most often faked.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07 · WEBRTC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20 — What a video call actually requires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Media never touches the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Video and audio flow peer-to-peer between the two browsers. The backend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only relays the paperwork needed to establish that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The four things the server must carry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1. An SDP offer from the caller.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2. An SDP answer from the callee.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3. ICE candidates from both sides (network routes).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4. Call state: ringing, accepted, rejected, ended.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25696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So the backend stays boring on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64024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call_sessions and meet_sessions are plain documents holding offer, answer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and candidate arrays. Polling those endpoints is the signalling channel 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no media, no heavy sockets, no extra infrastructure for the MVP.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9344"/>
            <a:ext cx="5029200" cy="2432304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810512"/>
            <a:ext cx="4572000" cy="2432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call_sessions: {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id, caller_id, callee_id,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offer, answer,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caller_candidates: [], callee_candidates: [],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status: 'ringing'|'active'|'ended'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07 · WEBRTC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21 — useWebRTC: the browser 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Sequence the hook implements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getUserMedia → local stream → RTCPeerConnection with STUN servers →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createOffer → POST it → poll for the answer → setRemoteDescription →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exchange ICE candidates → ontrack fires → remote video plays.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Controls wired to real tracks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5532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Mic and camera toggles flip track.enabled on the actual MediaStreamTrack.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Screen share swaps in getDisplayMedia via replaceTrack on the sender.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End call stops every track and closes the peer connection — skip this and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the camera light stays on after the user leaves.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36592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Cleanup is the whole game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Every listener, poll interval and track is torn down in the effect's return.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 leaked interval keeps signalling for a call that no longer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9344"/>
            <a:ext cx="5029200" cy="3419856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810512"/>
            <a:ext cx="4572000" cy="3419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const pc = new RTCPeerConnection({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iceServers: [{ urls: 'stun:stun.l.google.com:19302' }]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});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stream.getTracks().forEach(t =&gt;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pc.addTrack(t, stream));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pc.onicecandidate = e =&gt; e.candidate &amp;&amp;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apiPost(`/calls/${id}/candidate`, e.candidate);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pc.ontrack = e =&gt;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setRemote(e.streams[0]);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FBBF24"/>
                </a:solidFill>
                <a:latin typeface="Plus Jakarta Sans"/>
              </a:rPr>
              <a:t>Production note: STUN alone fails behind symmetric NAT. A TURN server (Twilio/Metered credentials in .env) is the documented next step.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07 · WEBRTC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22 — 'Meet Someone': matching two strangers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Intent-based, not blind 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The user picks intents — new friends, project partners, study partners,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career chat, networking, hackathon teammates — plus optional filters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(same field, different college, same year, similar interests, skills).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Queue mechanics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Entering the pool writes a meet_session with status 'waiting'. The matcher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pairs the best-scoring compatible waiting session and flips both to 'matched',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handing back a shared session id that the WebRTC hook then uses.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25696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Privacy by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64024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 match reveals first name, college, year and interests — not email, not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contact details. Skip / Next / Report / Block are always one tap away.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22976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The demo fallback, declared honestly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61304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With no second human online, an interactive simulation partner keeps the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flow testable solo. It is labelled as such — a stub that pretends to be 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real peer is the one thing worse than no feature at 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88920"/>
            <a:ext cx="201168" cy="146304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JetBrains Mono"/>
              </a:rPr>
              <a:t>PHASE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600" b="1">
                <a:solidFill>
                  <a:srgbClr val="F5F3FF"/>
                </a:solidFill>
                <a:latin typeface="Outfit"/>
              </a:rPr>
              <a:t>Trust, safety &amp;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A89EB8"/>
                </a:solidFill>
                <a:latin typeface="Plus Jakarta Sans"/>
              </a:rPr>
              <a:t>The part that decides whether strangers can be let in.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08 ·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23 — Reporting, blocking, privacy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One report engine, many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 single reports collection with target_type + target_id covers users,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posts, comments, messages, stories and calls. One endpoint, one queue.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Blocking is enforced in queries, not the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 block must remove the other user from your feed, discovery, search and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matching pool — filtered server-side. Hiding them client-side is theatre.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0390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Anti-abuse in reputation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42232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Five dimensions: communication, teamwork, reliability, professionalism,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technical contribution. One review per pair, and only after a real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interaction — otherwise the score is just a popularity contest.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Privacy toggles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50408"/>
            <a:ext cx="10744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Who can message / connect / call / see profile, college, email.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08 ·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24 — Admin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Total users, active users, new registrations, posts, messages, video calls,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open reports, suspended accounts — aggregated server-side.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Moderation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Review report → suspend / unsuspend / ban user, delete post or comment,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manage colleges. Each action is a discrete, audited endpoint.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0390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Guarded twice, correctly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42232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The nav link hides for non-admins (UX), and every /api/admin route requires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is_admin (security). The second one is what actually protects the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0118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A bug worth remembering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39512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admin_router.py was missing its uuid import — fine until the first write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path executed, then a 500. Python import errors inside a rarely-hit branch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only appear when that branch runs. Exercise every endpoint at least once.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88920"/>
            <a:ext cx="201168" cy="146304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JetBrains Mono"/>
              </a:rPr>
              <a:t>PHASE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600" b="1">
                <a:solidFill>
                  <a:srgbClr val="F5F3FF"/>
                </a:solidFill>
                <a:latin typeface="Outfit"/>
              </a:rPr>
              <a:t>Verification &amp; the rebrand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A89EB8"/>
                </a:solidFill>
                <a:latin typeface="Plus Jakarta Sans"/>
              </a:rPr>
              <a:t>Proving it works, then changing its name.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09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25 — The three-check verification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Check 1 — API smoke via curl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Hit the key endpoints, assert status and a real field in the body, plus one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negative case (401 without a token) to prove auth actually rejects.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662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Check 2 — yarn typecheck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The only place Pydantic ↔ TypeScript drift becomes visible. Vite never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typechecks, so skipping this ships type lies to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0390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Check 3 — one Playwright happy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4223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Log in → feed → like → discover → message → project → screenshot, logging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console errors and any response ≥ 400. Creating real data is the 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0118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Run all three against the public URL, not just localhost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39512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localhost proves the code. The public URL proves ingress, the proxy and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CORS — the path real users actually take.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609344"/>
            <a:ext cx="5029200" cy="2761488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3992" y="1810512"/>
            <a:ext cx="4572000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curl -s -o /dev/null -w '%{http_code}' \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$URL/api/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curl -s $URL/api/auth/login -X POST \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-H 'Content-Type: application/json' \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  -d '{"email":"...","password":"..."}'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curl -s $URL/api/users/me   # expect 401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cd frontend &amp;&amp; yarn typecheck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09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26 — Bugs found and how each was fixed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1 · Mongo $in + $regex returned empty 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744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search_router.py and users_router.py — rebuilt as an $or of $regex clauses.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2 · Missing uuid import in admin_router.py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10744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500 on the first admin write. Added the import; re-ran the endpoint.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821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3 · lucide-react icon names that don't exist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10744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TypeScript caught these only at typecheck time, not in the browser.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68496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4 · Toast overlapping the notification bell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06824"/>
            <a:ext cx="10744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Sonner re-anchored bottom-right; verified with a screenshot, not a guess.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The protocol behind all four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93208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Reproduce it → fix it → re-run the exact same repro. 'Should be fixed' is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not a status. If it touches both sides, verify both: curl and screenshot.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09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27 — The rebrand: Nexus → Unisphere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What actually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Every brand string in 18 pages and 17 routers, the CSS token palette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(indigo/blue → violet/amber), the logo mark and wordmark, seed-data copy,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the page title and meta description, and the API tagline.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Why it was cheap-ish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5532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Colours lived in CSS custom properties, not sprinkled through components,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so the palette swap was one file. Brand strings were the expensive 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The lesson, stated plainly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53128"/>
            <a:ext cx="55321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Design tokens are not decoration — they are the difference between 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one-file theme change and a 60-file search-and-replace. Centralise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anything a stakeholder can change their mind about.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9344"/>
            <a:ext cx="5029200" cy="1773936"/>
          </a:xfrm>
          <a:prstGeom prst="roundRect">
            <a:avLst>
              <a:gd name="adj" fmla="val 6000"/>
            </a:avLst>
          </a:prstGeom>
          <a:solidFill>
            <a:srgbClr val="16101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810512"/>
            <a:ext cx="4572000" cy="1773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/* one file changed the whole theme */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--primary: #6366F1;  /* was indigo */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--primary: #8B5CF6;  /* now violet */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DE5B0"/>
                </a:solidFill>
                <a:latin typeface="JetBrains Mono"/>
              </a:rPr>
              <a:t>--accent:  #FBBF24;  /* sunset amber */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88920"/>
            <a:ext cx="201168" cy="1463040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JetBrains Mono"/>
              </a:rPr>
              <a:t>PHASE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600" b="1">
                <a:solidFill>
                  <a:srgbClr val="F5F3FF"/>
                </a:solidFill>
                <a:latin typeface="Outfit"/>
              </a:rPr>
              <a:t>Deployment &amp; what comes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A89EB8"/>
                </a:solidFill>
                <a:latin typeface="Plus Jakarta Sans"/>
              </a:rPr>
              <a:t>Shipping it, and where the seams are.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10 · SHIPPING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28 — Deployment reality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What this app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744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 Python (FastAPI) API + MongoDB + a static React build served on one origin.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Why Vercel alone cannot host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Vercel runs static output, Next.js and serverless functions — not 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long-lived uvicorn process with a Mongo connection pool. Frontend-only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deployment there produces a UI with no working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0390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Two workable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42232"/>
            <a:ext cx="107442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A · Emergent's one-click deploy — frontend, backend and database together.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B · Split: frontend on Vercel, backend on Render/Railway/Fly.io, and the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frontend's API base becomes an environment variable instead of '/api'.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External services to configure for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50408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TURN server credentials for reliable WebRTC, SMTP/Resend for real email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verification and password reset, object storage for user uploads.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10 · SHIPPING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29 — Performance and scale decisions already in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9344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Applied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744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Startup-declared Mongo indexes on every query path.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Paginated feed, messages, discovery and search — no unbounded reads.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TanStack Query caching and dedupe instead of per-component fetching.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Denormalised counters (unread, likes_count) for O(1) list rendering.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Route-level code splitting so first paint doesn't ship all 18 pages.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393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472B6"/>
                </a:solidFill>
                <a:latin typeface="Outfit"/>
              </a:rPr>
              <a:t>Deliberately deferred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40"/>
            <a:ext cx="10744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WebSockets in place of polling for chat and signalling.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Redis caching and rate limiting at the edge.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CDN-backed media pipeline with transcoding for story video.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Each is a swap behind an existing boundary — not a rewrite. That is the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return on drawing the boundaries in Phase 01.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JetBrains Mono"/>
              </a:rPr>
              <a:t>PHASE 10 · SHIPPING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100" b="1">
                <a:solidFill>
                  <a:srgbClr val="F5F3FF"/>
                </a:solidFill>
                <a:latin typeface="Outfit"/>
              </a:rPr>
              <a:t>Step 30 — Ten lessons worth stealing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1371600" cy="4114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9344"/>
            <a:ext cx="10744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1 · Clarify the brand, stack and scope on turn one. Ambiguity compounds.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2 · Contracts before code: schema → endpoint → interface → UI.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3 · One typed fetch layer. Never a hand-rolled fetch in a component.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4 · Model join tables separately; never grow an array inside a document.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5 · Seed rich demo data early — it exposes layout bugs immediately.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6 · Authorization is per-request ownership, not a hidden button.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7 · Centralise design tokens; a rebrand should be one file, not sixty.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8 · The server owns 'now'. Client-side dates are unreproducible bugs.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9 · Verify with three lenses: curl, typecheck, real browser click-through.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5F3FF"/>
                </a:solidFill>
                <a:latin typeface="Plus Jakarta Sans"/>
              </a:rPr>
              <a:t>•  10 · Never fake a feature. Ship the real flow, or label the stub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A89EB8"/>
                </a:solidFill>
                <a:latin typeface="JetBrains Mono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6748272"/>
            <a:ext cx="12191695" cy="109728"/>
          </a:xfrm>
          <a:prstGeom prst="roundRect">
            <a:avLst>
              <a:gd name="adj" fmla="val 6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  <a:latin typeface="JetBrains Mono"/>
              </a:rPr>
              <a:t>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800" b="1">
                <a:solidFill>
                  <a:srgbClr val="F5F3FF"/>
                </a:solidFill>
                <a:latin typeface="Outfit"/>
              </a:rPr>
              <a:t>Where to look in the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51206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BBF24"/>
                </a:solidFill>
                <a:latin typeface="JetBrains Mono"/>
              </a:rPr>
              <a:t>backend/server.py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A89EB8"/>
                </a:solidFill>
                <a:latin typeface="Plus Jakarta Sans"/>
              </a:rPr>
              <a:t>router wiring, /api prefix, lifespan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BBF24"/>
                </a:solidFill>
                <a:latin typeface="JetBrains Mono"/>
              </a:rPr>
              <a:t>backend/lib/auth.py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A89EB8"/>
                </a:solidFill>
                <a:latin typeface="Plus Jakarta Sans"/>
              </a:rPr>
              <a:t>hashing, JWT, user dependencies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BBF24"/>
                </a:solidFill>
                <a:latin typeface="JetBrains Mono"/>
              </a:rPr>
              <a:t>backend/lib/db.py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A89EB8"/>
                </a:solidFill>
                <a:latin typeface="Plus Jakarta Sans"/>
              </a:rPr>
              <a:t>Motor client, index plan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BBF24"/>
                </a:solidFill>
                <a:latin typeface="JetBrains Mono"/>
              </a:rPr>
              <a:t>backend/models/schemas.py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A89EB8"/>
                </a:solidFill>
                <a:latin typeface="Plus Jakarta Sans"/>
              </a:rPr>
              <a:t>every Pydantic model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BBF24"/>
                </a:solidFill>
                <a:latin typeface="JetBrains Mono"/>
              </a:rPr>
              <a:t>backend/seed.py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A89EB8"/>
                </a:solidFill>
                <a:latin typeface="Plus Jakarta Sans"/>
              </a:rPr>
              <a:t>demo personas and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606040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472B6"/>
                </a:solidFill>
                <a:latin typeface="JetBrains Mono"/>
              </a:rPr>
              <a:t>frontend/src/lib/api.ts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A89EB8"/>
                </a:solidFill>
                <a:latin typeface="Plus Jakarta Sans"/>
              </a:rPr>
              <a:t>typed fetch layer + ApiError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472B6"/>
                </a:solidFill>
                <a:latin typeface="JetBrains Mono"/>
              </a:rPr>
              <a:t>frontend/src/lib/types.ts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A89EB8"/>
                </a:solidFill>
                <a:latin typeface="Plus Jakarta Sans"/>
              </a:rPr>
              <a:t>TS mirrors of the Pydantic models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472B6"/>
                </a:solidFill>
                <a:latin typeface="JetBrains Mono"/>
              </a:rPr>
              <a:t>frontend/src/lib/useWebRTC.ts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A89EB8"/>
                </a:solidFill>
                <a:latin typeface="Plus Jakarta Sans"/>
              </a:rPr>
              <a:t>peer connection, signalling, controls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472B6"/>
                </a:solidFill>
                <a:latin typeface="JetBrains Mono"/>
              </a:rPr>
              <a:t>frontend/src/components/AppShell.tsx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A89EB8"/>
                </a:solidFill>
                <a:latin typeface="Plus Jakarta Sans"/>
              </a:rPr>
              <a:t>responsive nav shell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F472B6"/>
                </a:solidFill>
                <a:latin typeface="JetBrains Mono"/>
              </a:rPr>
              <a:t>memory/SPEC.md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A89EB8"/>
                </a:solidFill>
                <a:latin typeface="Plus Jakarta Sans"/>
              </a:rPr>
              <a:t>the living specification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5F3FF"/>
                </a:solidFill>
                <a:latin typeface="Outfit"/>
              </a:rPr>
              <a:t>Unisphere — Your Campus Is Bigger Than Your Campus.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